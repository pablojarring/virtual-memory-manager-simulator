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22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41CF0-29E1-BF75-17C0-56D939E196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267DE4-6262-D81F-0A1E-759120C1D8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EDED4-E6D5-4032-F4CA-AC458BBD0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9644-2CC0-4CC9-A659-F223CADD51CE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94D02-03A7-BF7A-7A59-900AD8DFC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289CB-3D3B-1311-2957-7EF58E19E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6E269-CEE0-4055-8751-8EB706A80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59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9259E-8971-8F72-91E1-D08670DE7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26A83-6E5B-430F-4A03-5A3771D8D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31A09-BAA5-E30C-A175-DFF68F6B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9644-2CC0-4CC9-A659-F223CADD51CE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E7E2F-EAFF-3B34-B1AE-01A95AE3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8CE1A-D02A-8438-527E-EC335EECE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6E269-CEE0-4055-8751-8EB706A80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182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B1BA2-3B81-9C70-FAC9-03EC11EE1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7EABE-C8AC-9416-2BFE-ADBF31603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81CAF-D3CF-A67F-B795-513AF6EBF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9644-2CC0-4CC9-A659-F223CADD51CE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7819E-BD1D-1031-B1D4-A42156C7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14B71-5568-0979-D558-F75B1C2B3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6E269-CEE0-4055-8751-8EB706A80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00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E318-A980-5825-F1DE-3A983C1CE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606A6-B797-BE72-3E21-74CD6B99BC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DDEA2C-DD38-6A4F-96B7-BB6B31288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1A8E09-CE57-17ED-6480-CE47E01E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9644-2CC0-4CC9-A659-F223CADD51CE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3962B-4DE2-F921-A5E8-B251B2207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89CED9-D6B0-B15B-0DAA-8033F8E9E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6E269-CEE0-4055-8751-8EB706A80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8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8116-A334-DA27-6760-867A8F1D1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A9B94-BE52-F7C5-9322-5C06C4252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7E9F6-FE10-AD6D-81CF-0ED2843226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DB0EE1-EBC6-012B-E954-7985E8503E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5F35CA-8CB5-1856-9B2C-E4B3E4E363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AA76FF-9459-FBA9-1F08-C27CCBA1E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9644-2CC0-4CC9-A659-F223CADD51CE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5F1766-CB5E-4819-7624-D2C3F7AF5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606088-8F9B-5F68-06AC-CA1BA82C1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6E269-CEE0-4055-8751-8EB706A80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56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D3E51-E369-C619-A03C-CD06CF26F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67401-471D-A85E-4379-033E00271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9644-2CC0-4CC9-A659-F223CADD51CE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9D51DA-3558-12BC-E666-FB5D374E2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0F541-B549-DC2A-2675-E137F0271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6E269-CEE0-4055-8751-8EB706A80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9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9964F-9FFE-661A-8FD1-7A6416ECC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9644-2CC0-4CC9-A659-F223CADD51CE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EB329E-0862-9E8F-6D14-3B62453D9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714BD-2D0E-6A27-F836-E4B16407C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6E269-CEE0-4055-8751-8EB706A80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9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0CF10-11FD-9D04-F0D4-43618BF17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F5B45-BAFE-5CBE-8089-78EC036D5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1F536-7D70-DEC3-D15A-4F35489E9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913DC-D901-EE7A-FFE3-CE06604F4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9644-2CC0-4CC9-A659-F223CADD51CE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476D7-AE1E-30AB-B59A-6714428B8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12FEC-3D3D-4AA2-46C9-EF36220C8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6E269-CEE0-4055-8751-8EB706A80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81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4C86B-C260-88F4-53B1-D694E5DA5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2FB08C-853B-CC7D-AB9A-0FD986F008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8F322-8A2F-5E4C-1F47-4EC802913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9D460-BB93-F1AE-334A-C70111E33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9644-2CC0-4CC9-A659-F223CADD51CE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02886-2478-1187-9802-59CD5CB4F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690FC-9AD9-7CAC-3891-3A3658043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6E269-CEE0-4055-8751-8EB706A80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63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2BC6B-0DF7-DE2C-E30E-E42B93890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F3770-B149-749A-9FF2-8D5DB91D6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44D07-CB63-629A-AAA9-DA691820C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9644-2CC0-4CC9-A659-F223CADD51CE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73510-3D76-196E-9DE2-1C02D544C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22A28-4312-48AF-B72B-ACACDC1D1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6E269-CEE0-4055-8751-8EB706A80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344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772F2E-E8B4-4365-1F5A-81BB917049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54DABD-D0C6-9E9D-3654-EBBDBD96F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70ADC-5F38-D0F1-5FD1-B5225ED17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D9644-2CC0-4CC9-A659-F223CADD51CE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733D0-6D5F-8B72-8ED2-AEA2989B0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58968-C9CD-9906-605E-A7E7D2C1A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6E269-CEE0-4055-8751-8EB706A80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93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9C3E4-D711-D52F-1FAA-9D095D6E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148F8-14EB-7EA8-A1AE-87F34BFC4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DABD4-3FB4-80AE-485A-7A56DC2DF1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FD9644-2CC0-4CC9-A659-F223CADD51CE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CE55C-6C81-1A37-9E4B-73873CDFD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00C50-55B0-5849-8832-955DFE913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96E269-CEE0-4055-8751-8EB706A80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64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80FC-6D0C-9F03-7CC0-129B1379E8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BB785A-CAEF-3A13-CC23-B94C41820E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</a:rPr>
              <a:t>Tips for an easy and pleasant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590653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71EF-74A0-EB76-C190-FA8834FC5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571"/>
            <a:ext cx="10515600" cy="962932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Addresses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Page + Displacement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33761-C0DF-D25A-00D8-707099DBC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2502"/>
            <a:ext cx="10515600" cy="5358877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process is being executed, and that means that we are only considering one address space.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big is the logical address space? 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simulation is based on the fact that the address space of the process fills all the disk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of the arguments will be the disk size which we assume is entirely used to store the single process address space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will be given the logical address when you read or write.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addresses are given as 32-bits by the simulator.</a:t>
            </a:r>
          </a:p>
          <a:p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size of the address space is the size of the disk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That means that only the pertinent lower bits of the address given to you by the simulator need to be considered.</a:t>
            </a:r>
          </a:p>
          <a:p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Yes, I am repeating myself 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en-US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7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71EC5-029C-B431-F982-88F08D084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C0387-7754-C57A-231E-058207309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571"/>
            <a:ext cx="10515600" cy="96293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Addresses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Page + Displacement (cont.)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00091-3EE9-0EDC-03CD-F9269A9A4F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9960"/>
                <a:ext cx="10727453" cy="5064127"/>
              </a:xfrm>
            </p:spPr>
            <p:txBody>
              <a:bodyPr>
                <a:normAutofit/>
              </a:bodyPr>
              <a:lstStyle/>
              <a:p>
                <a:r>
                  <a:rPr lang="en-US" sz="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the disk size is 32 bytes, and the page size is 4 bytes let us reason:</a:t>
                </a:r>
              </a:p>
              <a:p>
                <a:pPr lvl="1"/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extracted bits you need to figure out the number of higher bits that will give you the page number: Given a page size of 4 bytes we extract the number of upper bits for the page number as follows: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60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32</m:t>
                        </m:r>
                      </m:e>
                    </m:func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60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e>
                    </m:func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upper bits for page number.</a:t>
                </a:r>
              </a:p>
              <a:p>
                <a:pPr lvl="1"/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displacement is given by  the lowest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6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60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36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e>
                    </m:func>
                  </m:oMath>
                </a14:m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 of bits of the logical address space.</a:t>
                </a:r>
              </a:p>
              <a:p>
                <a:pPr lvl="1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700091-3EE9-0EDC-03CD-F9269A9A4F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9960"/>
                <a:ext cx="10727453" cy="5064127"/>
              </a:xfrm>
              <a:blipFill>
                <a:blip r:embed="rId2"/>
                <a:stretch>
                  <a:fillRect l="-1819" t="-3369" r="-1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2103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9AAD1-72CF-45F1-405B-6B658A0F2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13F6D-3338-6161-D620-373EB37E4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9571"/>
            <a:ext cx="10515600" cy="96293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Addresses </a:t>
            </a:r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 Page + Displacement (cont.)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4A851E-1E24-E5B9-D07E-50937126AD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2273" y="1423759"/>
                <a:ext cx="10727453" cy="4443641"/>
              </a:xfrm>
            </p:spPr>
            <p:txBody>
              <a:bodyPr>
                <a:normAutofit/>
              </a:bodyPr>
              <a:lstStyle/>
              <a:p>
                <a:r>
                  <a:rPr lang="en-US" sz="3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the disk size is 32 bytes, and the page size is 4 bytes let us reason:</a:t>
                </a:r>
              </a:p>
              <a:p>
                <a:pPr lvl="1"/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From the extracted bits you need to figure out the number of higher bits that will give you the page number: Given a page size of 4 bytes we extract the number of upper bits for the page number as follows: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32</m:t>
                        </m:r>
                      </m:e>
                    </m:func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e>
                    </m:func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upper bits for page number.</a:t>
                </a:r>
              </a:p>
              <a:p>
                <a:pPr lvl="1"/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displacement is given by  the lowest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32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320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e>
                    </m:func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number of bits of the logical address space.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4A851E-1E24-E5B9-D07E-50937126AD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2273" y="1423759"/>
                <a:ext cx="10727453" cy="4443641"/>
              </a:xfrm>
              <a:blipFill>
                <a:blip r:embed="rId2"/>
                <a:stretch>
                  <a:fillRect l="-1534" t="-3567" r="-2443" b="-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3974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16F7D-C91A-DDC5-D0DB-B4E750207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0967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Virtual Addresses to Physical Addresses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A96C3-E8FB-6B2A-A8E8-FFB6D8FED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6673"/>
            <a:ext cx="10515600" cy="4850841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get a 32-bit logical address space; you extract the number of lower bits you need according to the size of the logical address space.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figure out the page number of the logical address space (from the lower bits you extracted from the 32-bit logical address given to you by the simulator).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assign the first free frame from memory to the number page you figured out.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have a data structure that maps that page number to the frame number you used.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must read that page from the disk and write that page in memory.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hurry up and implement MemMgrV0 and MemMgrV1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We will talk about the remaining simulations after that in the next class.</a:t>
            </a:r>
          </a:p>
        </p:txBody>
      </p:sp>
    </p:spTree>
    <p:extLst>
      <p:ext uri="{BB962C8B-B14F-4D97-AF65-F5344CB8AC3E}">
        <p14:creationId xmlns:p14="http://schemas.microsoft.com/office/powerpoint/2010/main" val="2618196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479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Times New Roman</vt:lpstr>
      <vt:lpstr>Office Theme</vt:lpstr>
      <vt:lpstr>Final Project</vt:lpstr>
      <vt:lpstr>Virtual Addresses  Page + Displacement</vt:lpstr>
      <vt:lpstr>Virtual Addresses  Page + Displacement (cont.)</vt:lpstr>
      <vt:lpstr>Virtual Addresses  Page + Displacement (cont.)</vt:lpstr>
      <vt:lpstr>Virtual Addresses to Physical Addresses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Fellig</dc:creator>
  <cp:lastModifiedBy>Daniel Fellig</cp:lastModifiedBy>
  <cp:revision>6</cp:revision>
  <dcterms:created xsi:type="dcterms:W3CDTF">2025-04-15T11:44:51Z</dcterms:created>
  <dcterms:modified xsi:type="dcterms:W3CDTF">2025-04-15T12:39:41Z</dcterms:modified>
</cp:coreProperties>
</file>